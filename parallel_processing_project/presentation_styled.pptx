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502920" y="411480"/>
            <a:ext cx="822960" cy="822960"/>
          </a:xfrm>
          <a:prstGeom prst="hexag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IntegrityCheck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8BDF8"/>
                </a:solidFill>
              </a:defRPr>
            </a:pPr>
            <a:r>
              <a:t>Parallel File Integrity Verification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Systèmes d'Exploitation Avancé</a:t>
            </a:r>
            <a:br/>
            <a:r>
              <a:t>Parallel Processing &amp; Benchmarking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94760"/>
            <a:ext cx="4389120" cy="8686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Presented by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Hassen Moussi  &amp;  Ahmed Arfaoui</a:t>
            </a:r>
          </a:p>
        </p:txBody>
      </p:sp>
      <p:pic>
        <p:nvPicPr>
          <p:cNvPr id="10" name="Picture 9" descr="client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3566160" cy="3246120"/>
          </a:xfrm>
          <a:prstGeom prst="rect">
            <a:avLst/>
          </a:prstGeom>
        </p:spPr>
      </p:pic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502920" y="4892040"/>
            <a:ext cx="1874519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→ Pipeline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2514600" y="4892040"/>
            <a:ext cx="1874519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→ Sleeping Barber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4526279" y="4892040"/>
            <a:ext cx="1874519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→ Architecture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537959" y="4892040"/>
            <a:ext cx="1874519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→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32120"/>
            <a:ext cx="4389120" cy="45720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3A5F"/>
                </a:solidFill>
              </a:defRPr>
            </a:pPr>
            <a:r>
              <a:t>Click buttons to jump  •  SHA-256  •  Multiprocessing  •  Sleeping Barber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502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Course: Systèmes d'Exploitation Avancé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Topic: high-performance parallel processing &amp; benchmarking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Application: large file processing (team choice)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Product: IntegrityCheck — verify files after transfer or backup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Tech: Python 3.8+, standard library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502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IT teams transfer large backup files and archives daily.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 corrupted file can break deployments and backups.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Sequential checksum tools waste multi-core CPU power.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We need fast, parallel, auditable file verification.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How a file moves through IntegrityCheck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138160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4572000"/>
            <a:ext cx="8138160" cy="17373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1E293B"/>
                </a:solidFill>
              </a:defRPr>
            </a:pPr>
            <a:r>
              <a:t>User selects a file → client splits it into chunks → chunks enter the waiting queue → workers hash in parallel → JSON report confirms integrity.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Sleeping Barber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Classic OS algorithm applied to file chunks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  <p:pic>
        <p:nvPicPr>
          <p:cNvPr id="8" name="Picture 7" descr="sleeping_bar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138160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4572000"/>
            <a:ext cx="8138160" cy="17373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1E293B"/>
                </a:solidFill>
              </a:defRPr>
            </a:pPr>
            <a:r>
              <a:t>Customer = chunk  |  Barber = thread  |  Chair = queue slot  |  Semaphore wakes barbers.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Processing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Four parallel strategies — same SHA-256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828800" cy="123444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Sequential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1 worker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371600"/>
            <a:ext cx="1828800" cy="12344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E3A5F"/>
                </a:solidFill>
              </a:defRPr>
            </a:pPr>
            <a:r>
              <a:t>Multiprocessing</a:t>
            </a:r>
          </a:p>
          <a:p>
            <a:pPr algn="ctr">
              <a:defRPr sz="1100">
                <a:solidFill>
                  <a:srgbClr val="1E3A5F"/>
                </a:solidFill>
              </a:defRPr>
            </a:pPr>
            <a:r>
              <a:t>N processes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371600"/>
            <a:ext cx="1828800" cy="1234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Multithreading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N threads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371600"/>
            <a:ext cx="1828800" cy="12344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Sleeping Barber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Bounded queue</a:t>
            </a:r>
          </a:p>
        </p:txBody>
      </p:sp>
      <p:pic>
        <p:nvPicPr>
          <p:cNvPr id="12" name="Picture 11" descr="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26080"/>
            <a:ext cx="66751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Three clear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138160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4572000"/>
            <a:ext cx="8138160" cy="17373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1E293B"/>
                </a:solidFill>
              </a:defRPr>
            </a:pPr>
            <a:r>
              <a:t>Client layer for users, processing layer for parallel file work, OS concepts layer for IPC and sync.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IPC &amp;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502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Inter-process communication modules:</a:t>
            </a:r>
          </a:p>
          <a:p>
            <a:pPr lvl="1">
              <a:spcAft>
                <a:spcPts val="800"/>
              </a:spcAft>
              <a:defRPr sz="1400">
                <a:solidFill>
                  <a:srgbClr val="64748B"/>
                </a:solidFill>
              </a:defRPr>
            </a:pPr>
            <a:r>
              <a:t>  Pipes — one-to-one process communication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64748B"/>
                </a:solidFill>
              </a:defRPr>
            </a:pPr>
            <a:r>
              <a:t>  Queues — multi-producer / multi-consumer</a:t>
            </a:r>
          </a:p>
          <a:p>
            <a:pPr lvl="1">
              <a:spcAft>
                <a:spcPts val="800"/>
              </a:spcAft>
              <a:defRPr sz="1400">
                <a:solidFill>
                  <a:srgbClr val="64748B"/>
                </a:solidFill>
              </a:defRPr>
            </a:pPr>
            <a:r>
              <a:t>  Shared memory — protected shared data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Synchronization: semaphores, Dining Philosophers, Sleeping Barber, Producer-Consumer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Software Solution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502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External Python modules loaded at runtime via importlib.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Plugin example: sample_solution.py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Configurable threads and chunk size.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Enables porting existing file-processing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How to run IntegrityCheck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  <p:pic>
        <p:nvPicPr>
          <p:cNvPr id="8" name="Picture 7" descr="client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749039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80559" y="1234440"/>
            <a:ext cx="416052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1E3A5F"/>
                </a:solidFill>
              </a:defRPr>
            </a:pPr>
            <a:r>
              <a:t>Commands to demo:</a:t>
            </a: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  <a:latin typeface="Consolas"/>
              </a:defRPr>
            </a:pPr>
            <a:r>
              <a:t>python client.py</a:t>
            </a: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</a:defRPr>
            </a:pPr>
            <a:r>
              <a:t>  → Interactive menu (recommended)</a:t>
            </a: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  <a:latin typeface="Consolas"/>
              </a:defRPr>
            </a:pPr>
            <a:r>
              <a:t>python parallel_processing.py sample_input.bin</a:t>
            </a: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</a:defRPr>
            </a:pPr>
            <a:r>
              <a:t>  --mode sleeping_barber</a:t>
            </a: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  <a:latin typeface="Consolas"/>
              </a:defRPr>
            </a:pPr>
            <a:r>
              <a:t>python parallel_processing.py sample_input.bin</a:t>
            </a: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</a:defRPr>
            </a:pPr>
            <a:r>
              <a:t>  --mode benchmark</a:t>
            </a:r>
          </a:p>
          <a:p>
            <a:pPr>
              <a:spcAft>
                <a:spcPts val="300"/>
              </a:spcAft>
              <a:defRPr sz="1100" b="0">
                <a:solidFill>
                  <a:srgbClr val="1E293B"/>
                </a:solidFill>
              </a:defRPr>
            </a:pPr>
            <a:r>
              <a:t>  --output-report processing_report.json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8138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Tip for demo video: show option 1 (Sleeping Barber) with shop-full messages, then option 4 (benchmark).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502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Metrics: time, throughput (MB/s), speedup, SHA-256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Output: processing_report.json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Deliverables: source code, REQUIREMENTS.md, demo video, presentation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Authors: Hassen Moussi, Ahmed Arfaoui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IntegrityCheck  |  Hassen Moussi &amp; Ahmed Arfaoui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54680"/>
            <a:ext cx="8138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8BDF8"/>
                </a:solidFill>
              </a:defRPr>
            </a:pPr>
            <a:r>
              <a:t>IntegrityCheck — Fast • Parallel • Verifiable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Hassen Moussi  &amp;  Ahmed Arfaoui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3776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8BDF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